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923048-0937-4922-B607-943AE946AD3D}" v="6" dt="2026-07-20T05:12:33.4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43" y="8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tha abhilash Reddy" userId="08d51dd960aa0708" providerId="LiveId" clId="{38F73BD6-A3BB-4C29-B11E-873F8EBAADB4}"/>
    <pc:docChg chg="undo custSel addSld modSld">
      <pc:chgData name="Chintha abhilash Reddy" userId="08d51dd960aa0708" providerId="LiveId" clId="{38F73BD6-A3BB-4C29-B11E-873F8EBAADB4}" dt="2026-07-20T05:13:25.181" v="192" actId="255"/>
      <pc:docMkLst>
        <pc:docMk/>
      </pc:docMkLst>
      <pc:sldChg chg="addSp modSp mod">
        <pc:chgData name="Chintha abhilash Reddy" userId="08d51dd960aa0708" providerId="LiveId" clId="{38F73BD6-A3BB-4C29-B11E-873F8EBAADB4}" dt="2026-07-20T05:13:25.181" v="192" actId="255"/>
        <pc:sldMkLst>
          <pc:docMk/>
          <pc:sldMk cId="0" sldId="256"/>
        </pc:sldMkLst>
        <pc:spChg chg="mod">
          <ac:chgData name="Chintha abhilash Reddy" userId="08d51dd960aa0708" providerId="LiveId" clId="{38F73BD6-A3BB-4C29-B11E-873F8EBAADB4}" dt="2026-07-20T05:07:49.025" v="72" actId="255"/>
          <ac:spMkLst>
            <pc:docMk/>
            <pc:sldMk cId="0" sldId="256"/>
            <ac:spMk id="2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7:49.025" v="72" actId="255"/>
          <ac:spMkLst>
            <pc:docMk/>
            <pc:sldMk cId="0" sldId="256"/>
            <ac:spMk id="3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7:58.612" v="74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8:01.657" v="75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8:05.085" v="76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7:49.025" v="72" actId="255"/>
          <ac:spMkLst>
            <pc:docMk/>
            <pc:sldMk cId="0" sldId="256"/>
            <ac:spMk id="7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11:46.217" v="98" actId="1076"/>
          <ac:spMkLst>
            <pc:docMk/>
            <pc:sldMk cId="0" sldId="256"/>
            <ac:spMk id="8" creationId="{00000000-0000-0000-0000-000000000000}"/>
          </ac:spMkLst>
        </pc:spChg>
        <pc:spChg chg="add mod">
          <ac:chgData name="Chintha abhilash Reddy" userId="08d51dd960aa0708" providerId="LiveId" clId="{38F73BD6-A3BB-4C29-B11E-873F8EBAADB4}" dt="2026-07-20T05:12:26.801" v="141" actId="20577"/>
          <ac:spMkLst>
            <pc:docMk/>
            <pc:sldMk cId="0" sldId="256"/>
            <ac:spMk id="9" creationId="{F1B0C2FD-AB75-5999-9425-CC742C8746BD}"/>
          </ac:spMkLst>
        </pc:spChg>
        <pc:spChg chg="add mod">
          <ac:chgData name="Chintha abhilash Reddy" userId="08d51dd960aa0708" providerId="LiveId" clId="{38F73BD6-A3BB-4C29-B11E-873F8EBAADB4}" dt="2026-07-20T05:13:25.181" v="192" actId="255"/>
          <ac:spMkLst>
            <pc:docMk/>
            <pc:sldMk cId="0" sldId="256"/>
            <ac:spMk id="10" creationId="{80905C92-CCCD-A375-E672-8C67E02541AD}"/>
          </ac:spMkLst>
        </pc:spChg>
      </pc:sldChg>
      <pc:sldChg chg="addSp delSp modSp mod">
        <pc:chgData name="Chintha abhilash Reddy" userId="08d51dd960aa0708" providerId="LiveId" clId="{38F73BD6-A3BB-4C29-B11E-873F8EBAADB4}" dt="2026-07-20T05:08:54.101" v="87" actId="478"/>
        <pc:sldMkLst>
          <pc:docMk/>
          <pc:sldMk cId="0" sldId="257"/>
        </pc:sldMkLst>
        <pc:spChg chg="add del mod">
          <ac:chgData name="Chintha abhilash Reddy" userId="08d51dd960aa0708" providerId="LiveId" clId="{38F73BD6-A3BB-4C29-B11E-873F8EBAADB4}" dt="2026-07-20T05:08:32.056" v="84" actId="255"/>
          <ac:spMkLst>
            <pc:docMk/>
            <pc:sldMk cId="0" sldId="257"/>
            <ac:spMk id="3" creationId="{00000000-0000-0000-0000-000000000000}"/>
          </ac:spMkLst>
        </pc:spChg>
        <pc:spChg chg="add del mod">
          <ac:chgData name="Chintha abhilash Reddy" userId="08d51dd960aa0708" providerId="LiveId" clId="{38F73BD6-A3BB-4C29-B11E-873F8EBAADB4}" dt="2026-07-20T05:08:32.056" v="84" actId="255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Chintha abhilash Reddy" userId="08d51dd960aa0708" providerId="LiveId" clId="{38F73BD6-A3BB-4C29-B11E-873F8EBAADB4}" dt="2026-07-20T05:08:32.056" v="84" actId="255"/>
          <ac:spMkLst>
            <pc:docMk/>
            <pc:sldMk cId="0" sldId="257"/>
            <ac:spMk id="6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8:41.792" v="85" actId="1076"/>
          <ac:spMkLst>
            <pc:docMk/>
            <pc:sldMk cId="0" sldId="257"/>
            <ac:spMk id="7" creationId="{00000000-0000-0000-0000-000000000000}"/>
          </ac:spMkLst>
        </pc:spChg>
        <pc:spChg chg="add del mod">
          <ac:chgData name="Chintha abhilash Reddy" userId="08d51dd960aa0708" providerId="LiveId" clId="{38F73BD6-A3BB-4C29-B11E-873F8EBAADB4}" dt="2026-07-20T05:08:32.056" v="84" actId="255"/>
          <ac:spMkLst>
            <pc:docMk/>
            <pc:sldMk cId="0" sldId="257"/>
            <ac:spMk id="10" creationId="{00000000-0000-0000-0000-000000000000}"/>
          </ac:spMkLst>
        </pc:spChg>
        <pc:spChg chg="add del mod">
          <ac:chgData name="Chintha abhilash Reddy" userId="08d51dd960aa0708" providerId="LiveId" clId="{38F73BD6-A3BB-4C29-B11E-873F8EBAADB4}" dt="2026-07-20T05:08:32.056" v="84" actId="25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01.499" v="39" actId="2711"/>
          <ac:spMkLst>
            <pc:docMk/>
            <pc:sldMk cId="0" sldId="257"/>
            <ac:spMk id="13" creationId="{00000000-0000-0000-0000-000000000000}"/>
          </ac:spMkLst>
        </pc:spChg>
        <pc:spChg chg="add del mod">
          <ac:chgData name="Chintha abhilash Reddy" userId="08d51dd960aa0708" providerId="LiveId" clId="{38F73BD6-A3BB-4C29-B11E-873F8EBAADB4}" dt="2026-07-20T05:08:32.056" v="84" actId="255"/>
          <ac:spMkLst>
            <pc:docMk/>
            <pc:sldMk cId="0" sldId="257"/>
            <ac:spMk id="14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01.499" v="39" actId="2711"/>
          <ac:spMkLst>
            <pc:docMk/>
            <pc:sldMk cId="0" sldId="257"/>
            <ac:spMk id="15" creationId="{00000000-0000-0000-0000-000000000000}"/>
          </ac:spMkLst>
        </pc:spChg>
        <pc:spChg chg="add del mod">
          <ac:chgData name="Chintha abhilash Reddy" userId="08d51dd960aa0708" providerId="LiveId" clId="{38F73BD6-A3BB-4C29-B11E-873F8EBAADB4}" dt="2026-07-20T05:08:32.056" v="84" actId="255"/>
          <ac:spMkLst>
            <pc:docMk/>
            <pc:sldMk cId="0" sldId="257"/>
            <ac:spMk id="16" creationId="{00000000-0000-0000-0000-000000000000}"/>
          </ac:spMkLst>
        </pc:spChg>
        <pc:spChg chg="add del mod">
          <ac:chgData name="Chintha abhilash Reddy" userId="08d51dd960aa0708" providerId="LiveId" clId="{38F73BD6-A3BB-4C29-B11E-873F8EBAADB4}" dt="2026-07-20T05:08:32.056" v="84" actId="255"/>
          <ac:spMkLst>
            <pc:docMk/>
            <pc:sldMk cId="0" sldId="257"/>
            <ac:spMk id="17" creationId="{00000000-0000-0000-0000-000000000000}"/>
          </ac:spMkLst>
        </pc:spChg>
        <pc:spChg chg="add del mod">
          <ac:chgData name="Chintha abhilash Reddy" userId="08d51dd960aa0708" providerId="LiveId" clId="{38F73BD6-A3BB-4C29-B11E-873F8EBAADB4}" dt="2026-07-20T05:08:32.056" v="84" actId="255"/>
          <ac:spMkLst>
            <pc:docMk/>
            <pc:sldMk cId="0" sldId="257"/>
            <ac:spMk id="18" creationId="{00000000-0000-0000-0000-000000000000}"/>
          </ac:spMkLst>
        </pc:spChg>
        <pc:spChg chg="add del mod">
          <ac:chgData name="Chintha abhilash Reddy" userId="08d51dd960aa0708" providerId="LiveId" clId="{38F73BD6-A3BB-4C29-B11E-873F8EBAADB4}" dt="2026-07-20T05:08:32.056" v="84" actId="255"/>
          <ac:spMkLst>
            <pc:docMk/>
            <pc:sldMk cId="0" sldId="257"/>
            <ac:spMk id="19" creationId="{00000000-0000-0000-0000-000000000000}"/>
          </ac:spMkLst>
        </pc:spChg>
        <pc:spChg chg="del mod">
          <ac:chgData name="Chintha abhilash Reddy" userId="08d51dd960aa0708" providerId="LiveId" clId="{38F73BD6-A3BB-4C29-B11E-873F8EBAADB4}" dt="2026-07-20T05:08:54.101" v="87" actId="478"/>
          <ac:spMkLst>
            <pc:docMk/>
            <pc:sldMk cId="0" sldId="257"/>
            <ac:spMk id="20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01.499" v="39" actId="2711"/>
          <ac:spMkLst>
            <pc:docMk/>
            <pc:sldMk cId="0" sldId="257"/>
            <ac:spMk id="21" creationId="{00000000-0000-0000-0000-000000000000}"/>
          </ac:spMkLst>
        </pc:spChg>
      </pc:sldChg>
      <pc:sldChg chg="modSp mod">
        <pc:chgData name="Chintha abhilash Reddy" userId="08d51dd960aa0708" providerId="LiveId" clId="{38F73BD6-A3BB-4C29-B11E-873F8EBAADB4}" dt="2026-07-20T05:09:07.925" v="89" actId="255"/>
        <pc:sldMkLst>
          <pc:docMk/>
          <pc:sldMk cId="0" sldId="258"/>
        </pc:sldMkLst>
        <pc:spChg chg="mod">
          <ac:chgData name="Chintha abhilash Reddy" userId="08d51dd960aa0708" providerId="LiveId" clId="{38F73BD6-A3BB-4C29-B11E-873F8EBAADB4}" dt="2026-07-20T04:41:11.579" v="40" actId="2711"/>
          <ac:spMkLst>
            <pc:docMk/>
            <pc:sldMk cId="0" sldId="258"/>
            <ac:spMk id="2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07.925" v="89" actId="255"/>
          <ac:spMkLst>
            <pc:docMk/>
            <pc:sldMk cId="0" sldId="258"/>
            <ac:spMk id="3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07.925" v="89" actId="255"/>
          <ac:spMkLst>
            <pc:docMk/>
            <pc:sldMk cId="0" sldId="258"/>
            <ac:spMk id="5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11.579" v="40" actId="2711"/>
          <ac:spMkLst>
            <pc:docMk/>
            <pc:sldMk cId="0" sldId="258"/>
            <ac:spMk id="6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07.925" v="89" actId="255"/>
          <ac:spMkLst>
            <pc:docMk/>
            <pc:sldMk cId="0" sldId="258"/>
            <ac:spMk id="7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07.925" v="89" actId="25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11.579" v="40" actId="2711"/>
          <ac:spMkLst>
            <pc:docMk/>
            <pc:sldMk cId="0" sldId="258"/>
            <ac:spMk id="11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07.925" v="89" actId="255"/>
          <ac:spMkLst>
            <pc:docMk/>
            <pc:sldMk cId="0" sldId="258"/>
            <ac:spMk id="12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11.579" v="40" actId="2711"/>
          <ac:spMkLst>
            <pc:docMk/>
            <pc:sldMk cId="0" sldId="258"/>
            <ac:spMk id="15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07.925" v="89" actId="25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07.925" v="89" actId="255"/>
          <ac:spMkLst>
            <pc:docMk/>
            <pc:sldMk cId="0" sldId="258"/>
            <ac:spMk id="17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11.579" v="40" actId="2711"/>
          <ac:spMkLst>
            <pc:docMk/>
            <pc:sldMk cId="0" sldId="258"/>
            <ac:spMk id="18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11.579" v="40" actId="2711"/>
          <ac:spMkLst>
            <pc:docMk/>
            <pc:sldMk cId="0" sldId="258"/>
            <ac:spMk id="19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11.579" v="40" actId="2711"/>
          <ac:spMkLst>
            <pc:docMk/>
            <pc:sldMk cId="0" sldId="258"/>
            <ac:spMk id="20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07.925" v="89" actId="255"/>
          <ac:spMkLst>
            <pc:docMk/>
            <pc:sldMk cId="0" sldId="258"/>
            <ac:spMk id="21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07.925" v="89" actId="255"/>
          <ac:spMkLst>
            <pc:docMk/>
            <pc:sldMk cId="0" sldId="258"/>
            <ac:spMk id="23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07.925" v="89" actId="255"/>
          <ac:spMkLst>
            <pc:docMk/>
            <pc:sldMk cId="0" sldId="258"/>
            <ac:spMk id="24" creationId="{00000000-0000-0000-0000-000000000000}"/>
          </ac:spMkLst>
        </pc:spChg>
      </pc:sldChg>
      <pc:sldChg chg="modSp mod">
        <pc:chgData name="Chintha abhilash Reddy" userId="08d51dd960aa0708" providerId="LiveId" clId="{38F73BD6-A3BB-4C29-B11E-873F8EBAADB4}" dt="2026-07-20T05:09:19.380" v="90" actId="255"/>
        <pc:sldMkLst>
          <pc:docMk/>
          <pc:sldMk cId="0" sldId="259"/>
        </pc:sldMkLst>
        <pc:spChg chg="mod">
          <ac:chgData name="Chintha abhilash Reddy" userId="08d51dd960aa0708" providerId="LiveId" clId="{38F73BD6-A3BB-4C29-B11E-873F8EBAADB4}" dt="2026-07-20T05:09:19.380" v="90" actId="255"/>
          <ac:spMkLst>
            <pc:docMk/>
            <pc:sldMk cId="0" sldId="259"/>
            <ac:spMk id="3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21.374" v="41" actId="2711"/>
          <ac:spMkLst>
            <pc:docMk/>
            <pc:sldMk cId="0" sldId="259"/>
            <ac:spMk id="4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21.374" v="41" actId="2711"/>
          <ac:spMkLst>
            <pc:docMk/>
            <pc:sldMk cId="0" sldId="259"/>
            <ac:spMk id="5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19.380" v="90" actId="255"/>
          <ac:spMkLst>
            <pc:docMk/>
            <pc:sldMk cId="0" sldId="259"/>
            <ac:spMk id="6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19.380" v="90" actId="255"/>
          <ac:spMkLst>
            <pc:docMk/>
            <pc:sldMk cId="0" sldId="259"/>
            <ac:spMk id="9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19.380" v="90" actId="255"/>
          <ac:spMkLst>
            <pc:docMk/>
            <pc:sldMk cId="0" sldId="259"/>
            <ac:spMk id="10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21.374" v="41" actId="2711"/>
          <ac:spMkLst>
            <pc:docMk/>
            <pc:sldMk cId="0" sldId="259"/>
            <ac:spMk id="11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19.380" v="90" actId="255"/>
          <ac:spMkLst>
            <pc:docMk/>
            <pc:sldMk cId="0" sldId="259"/>
            <ac:spMk id="12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21.374" v="41" actId="2711"/>
          <ac:spMkLst>
            <pc:docMk/>
            <pc:sldMk cId="0" sldId="259"/>
            <ac:spMk id="13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19.380" v="90" actId="25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19.380" v="90" actId="255"/>
          <ac:spMkLst>
            <pc:docMk/>
            <pc:sldMk cId="0" sldId="259"/>
            <ac:spMk id="16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19.380" v="90" actId="255"/>
          <ac:spMkLst>
            <pc:docMk/>
            <pc:sldMk cId="0" sldId="259"/>
            <ac:spMk id="17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19.380" v="90" actId="255"/>
          <ac:spMkLst>
            <pc:docMk/>
            <pc:sldMk cId="0" sldId="259"/>
            <ac:spMk id="20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19.380" v="90" actId="255"/>
          <ac:spMkLst>
            <pc:docMk/>
            <pc:sldMk cId="0" sldId="259"/>
            <ac:spMk id="21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21.374" v="41" actId="2711"/>
          <ac:spMkLst>
            <pc:docMk/>
            <pc:sldMk cId="0" sldId="259"/>
            <ac:spMk id="22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21.374" v="41" actId="2711"/>
          <ac:spMkLst>
            <pc:docMk/>
            <pc:sldMk cId="0" sldId="259"/>
            <ac:spMk id="24" creationId="{00000000-0000-0000-0000-000000000000}"/>
          </ac:spMkLst>
        </pc:spChg>
      </pc:sldChg>
      <pc:sldChg chg="modSp mod">
        <pc:chgData name="Chintha abhilash Reddy" userId="08d51dd960aa0708" providerId="LiveId" clId="{38F73BD6-A3BB-4C29-B11E-873F8EBAADB4}" dt="2026-07-20T05:09:46.980" v="92"/>
        <pc:sldMkLst>
          <pc:docMk/>
          <pc:sldMk cId="0" sldId="260"/>
        </pc:sldMkLst>
        <pc:spChg chg="mod">
          <ac:chgData name="Chintha abhilash Reddy" userId="08d51dd960aa0708" providerId="LiveId" clId="{38F73BD6-A3BB-4C29-B11E-873F8EBAADB4}" dt="2026-07-20T05:09:46.980" v="92"/>
          <ac:spMkLst>
            <pc:docMk/>
            <pc:sldMk cId="0" sldId="260"/>
            <ac:spMk id="2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31.536" v="91" actId="255"/>
          <ac:spMkLst>
            <pc:docMk/>
            <pc:sldMk cId="0" sldId="260"/>
            <ac:spMk id="3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31.536" v="91" actId="255"/>
          <ac:spMkLst>
            <pc:docMk/>
            <pc:sldMk cId="0" sldId="260"/>
            <ac:spMk id="4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29.778" v="42" actId="2711"/>
          <ac:spMkLst>
            <pc:docMk/>
            <pc:sldMk cId="0" sldId="260"/>
            <ac:spMk id="5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29.778" v="42" actId="2711"/>
          <ac:spMkLst>
            <pc:docMk/>
            <pc:sldMk cId="0" sldId="260"/>
            <ac:spMk id="6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31.536" v="91" actId="255"/>
          <ac:spMkLst>
            <pc:docMk/>
            <pc:sldMk cId="0" sldId="260"/>
            <ac:spMk id="7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29.778" v="42" actId="2711"/>
          <ac:spMkLst>
            <pc:docMk/>
            <pc:sldMk cId="0" sldId="260"/>
            <ac:spMk id="8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31.536" v="91" actId="255"/>
          <ac:spMkLst>
            <pc:docMk/>
            <pc:sldMk cId="0" sldId="260"/>
            <ac:spMk id="10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31.536" v="91" actId="255"/>
          <ac:spMkLst>
            <pc:docMk/>
            <pc:sldMk cId="0" sldId="260"/>
            <ac:spMk id="11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31.536" v="91" actId="255"/>
          <ac:spMkLst>
            <pc:docMk/>
            <pc:sldMk cId="0" sldId="260"/>
            <ac:spMk id="13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31.536" v="91" actId="255"/>
          <ac:spMkLst>
            <pc:docMk/>
            <pc:sldMk cId="0" sldId="260"/>
            <ac:spMk id="16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31.536" v="91" actId="255"/>
          <ac:spMkLst>
            <pc:docMk/>
            <pc:sldMk cId="0" sldId="260"/>
            <ac:spMk id="17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29.778" v="42" actId="2711"/>
          <ac:spMkLst>
            <pc:docMk/>
            <pc:sldMk cId="0" sldId="260"/>
            <ac:spMk id="18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29.778" v="42" actId="2711"/>
          <ac:spMkLst>
            <pc:docMk/>
            <pc:sldMk cId="0" sldId="260"/>
            <ac:spMk id="20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31.536" v="91" actId="255"/>
          <ac:spMkLst>
            <pc:docMk/>
            <pc:sldMk cId="0" sldId="260"/>
            <ac:spMk id="22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29.778" v="42" actId="2711"/>
          <ac:spMkLst>
            <pc:docMk/>
            <pc:sldMk cId="0" sldId="260"/>
            <ac:spMk id="24" creationId="{00000000-0000-0000-0000-000000000000}"/>
          </ac:spMkLst>
        </pc:spChg>
      </pc:sldChg>
      <pc:sldChg chg="modSp mod">
        <pc:chgData name="Chintha abhilash Reddy" userId="08d51dd960aa0708" providerId="LiveId" clId="{38F73BD6-A3BB-4C29-B11E-873F8EBAADB4}" dt="2026-07-20T05:09:53.981" v="93" actId="255"/>
        <pc:sldMkLst>
          <pc:docMk/>
          <pc:sldMk cId="0" sldId="261"/>
        </pc:sldMkLst>
        <pc:spChg chg="mod">
          <ac:chgData name="Chintha abhilash Reddy" userId="08d51dd960aa0708" providerId="LiveId" clId="{38F73BD6-A3BB-4C29-B11E-873F8EBAADB4}" dt="2026-07-20T05:09:53.981" v="93" actId="255"/>
          <ac:spMkLst>
            <pc:docMk/>
            <pc:sldMk cId="0" sldId="261"/>
            <ac:spMk id="2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53.981" v="93" actId="255"/>
          <ac:spMkLst>
            <pc:docMk/>
            <pc:sldMk cId="0" sldId="261"/>
            <ac:spMk id="3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53.981" v="93" actId="255"/>
          <ac:spMkLst>
            <pc:docMk/>
            <pc:sldMk cId="0" sldId="261"/>
            <ac:spMk id="5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37.183" v="43" actId="2711"/>
          <ac:spMkLst>
            <pc:docMk/>
            <pc:sldMk cId="0" sldId="261"/>
            <ac:spMk id="6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37.183" v="43" actId="2711"/>
          <ac:spMkLst>
            <pc:docMk/>
            <pc:sldMk cId="0" sldId="261"/>
            <ac:spMk id="7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53.981" v="93" actId="255"/>
          <ac:spMkLst>
            <pc:docMk/>
            <pc:sldMk cId="0" sldId="261"/>
            <ac:spMk id="8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53.981" v="93" actId="255"/>
          <ac:spMkLst>
            <pc:docMk/>
            <pc:sldMk cId="0" sldId="261"/>
            <ac:spMk id="10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53.981" v="93" actId="255"/>
          <ac:spMkLst>
            <pc:docMk/>
            <pc:sldMk cId="0" sldId="261"/>
            <ac:spMk id="12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37.183" v="43" actId="2711"/>
          <ac:spMkLst>
            <pc:docMk/>
            <pc:sldMk cId="0" sldId="261"/>
            <ac:spMk id="16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37.183" v="43" actId="2711"/>
          <ac:spMkLst>
            <pc:docMk/>
            <pc:sldMk cId="0" sldId="261"/>
            <ac:spMk id="17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37.183" v="43" actId="2711"/>
          <ac:spMkLst>
            <pc:docMk/>
            <pc:sldMk cId="0" sldId="261"/>
            <ac:spMk id="19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53.981" v="93" actId="255"/>
          <ac:spMkLst>
            <pc:docMk/>
            <pc:sldMk cId="0" sldId="261"/>
            <ac:spMk id="20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53.981" v="93" actId="255"/>
          <ac:spMkLst>
            <pc:docMk/>
            <pc:sldMk cId="0" sldId="261"/>
            <ac:spMk id="21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53.981" v="93" actId="255"/>
          <ac:spMkLst>
            <pc:docMk/>
            <pc:sldMk cId="0" sldId="261"/>
            <ac:spMk id="22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37.183" v="43" actId="2711"/>
          <ac:spMkLst>
            <pc:docMk/>
            <pc:sldMk cId="0" sldId="261"/>
            <ac:spMk id="23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09:53.981" v="93" actId="255"/>
          <ac:spMkLst>
            <pc:docMk/>
            <pc:sldMk cId="0" sldId="261"/>
            <ac:spMk id="24" creationId="{00000000-0000-0000-0000-000000000000}"/>
          </ac:spMkLst>
        </pc:spChg>
      </pc:sldChg>
      <pc:sldChg chg="modSp mod">
        <pc:chgData name="Chintha abhilash Reddy" userId="08d51dd960aa0708" providerId="LiveId" clId="{38F73BD6-A3BB-4C29-B11E-873F8EBAADB4}" dt="2026-07-20T05:10:15.307" v="97"/>
        <pc:sldMkLst>
          <pc:docMk/>
          <pc:sldMk cId="0" sldId="262"/>
        </pc:sldMkLst>
        <pc:spChg chg="mod">
          <ac:chgData name="Chintha abhilash Reddy" userId="08d51dd960aa0708" providerId="LiveId" clId="{38F73BD6-A3BB-4C29-B11E-873F8EBAADB4}" dt="2026-07-20T04:42:01.908" v="48" actId="14100"/>
          <ac:spMkLst>
            <pc:docMk/>
            <pc:sldMk cId="0" sldId="262"/>
            <ac:spMk id="2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10:15.307" v="97"/>
          <ac:spMkLst>
            <pc:docMk/>
            <pc:sldMk cId="0" sldId="262"/>
            <ac:spMk id="3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10:08.482" v="96" actId="255"/>
          <ac:spMkLst>
            <pc:docMk/>
            <pc:sldMk cId="0" sldId="262"/>
            <ac:spMk id="4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10:08.482" v="96" actId="255"/>
          <ac:spMkLst>
            <pc:docMk/>
            <pc:sldMk cId="0" sldId="262"/>
            <ac:spMk id="5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10:08.482" v="96" actId="255"/>
          <ac:spMkLst>
            <pc:docMk/>
            <pc:sldMk cId="0" sldId="262"/>
            <ac:spMk id="6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10:08.482" v="96" actId="255"/>
          <ac:spMkLst>
            <pc:docMk/>
            <pc:sldMk cId="0" sldId="262"/>
            <ac:spMk id="7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4:41:47.418" v="44" actId="2711"/>
          <ac:spMkLst>
            <pc:docMk/>
            <pc:sldMk cId="0" sldId="262"/>
            <ac:spMk id="8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10:08.482" v="96" actId="255"/>
          <ac:spMkLst>
            <pc:docMk/>
            <pc:sldMk cId="0" sldId="262"/>
            <ac:spMk id="9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10:08.482" v="96" actId="25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10:08.482" v="96" actId="25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10:08.482" v="96" actId="255"/>
          <ac:spMkLst>
            <pc:docMk/>
            <pc:sldMk cId="0" sldId="262"/>
            <ac:spMk id="12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10:04.923" v="95" actId="255"/>
          <ac:spMkLst>
            <pc:docMk/>
            <pc:sldMk cId="0" sldId="262"/>
            <ac:spMk id="13" creationId="{00000000-0000-0000-0000-000000000000}"/>
          </ac:spMkLst>
        </pc:spChg>
        <pc:spChg chg="mod">
          <ac:chgData name="Chintha abhilash Reddy" userId="08d51dd960aa0708" providerId="LiveId" clId="{38F73BD6-A3BB-4C29-B11E-873F8EBAADB4}" dt="2026-07-20T05:10:08.482" v="96" actId="255"/>
          <ac:spMkLst>
            <pc:docMk/>
            <pc:sldMk cId="0" sldId="262"/>
            <ac:spMk id="14" creationId="{00000000-0000-0000-0000-000000000000}"/>
          </ac:spMkLst>
        </pc:spChg>
      </pc:sldChg>
      <pc:sldChg chg="addSp modSp new mod">
        <pc:chgData name="Chintha abhilash Reddy" userId="08d51dd960aa0708" providerId="LiveId" clId="{38F73BD6-A3BB-4C29-B11E-873F8EBAADB4}" dt="2026-07-20T04:42:59.439" v="70" actId="1076"/>
        <pc:sldMkLst>
          <pc:docMk/>
          <pc:sldMk cId="3461410859" sldId="263"/>
        </pc:sldMkLst>
        <pc:spChg chg="add mod">
          <ac:chgData name="Chintha abhilash Reddy" userId="08d51dd960aa0708" providerId="LiveId" clId="{38F73BD6-A3BB-4C29-B11E-873F8EBAADB4}" dt="2026-07-20T04:42:59.439" v="70" actId="1076"/>
          <ac:spMkLst>
            <pc:docMk/>
            <pc:sldMk cId="3461410859" sldId="263"/>
            <ac:spMk id="2" creationId="{C15A1329-6CFB-685D-09D4-C6773EE5A2E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202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IN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241280" y="3291840"/>
            <a:ext cx="3657600" cy="365760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  <p:txBody>
          <a:bodyPr/>
          <a:lstStyle/>
          <a:p>
            <a:endParaRPr lang="en-IN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005841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SERVERLESS COMPUTING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9644" y="19431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i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Reducing Infrastructure Management in the Cloud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9644" y="2605035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Function-as-a-Service (FaaS) — Architecture, Industry Adoption &amp; Practical Use Cases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21945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7806" y="6217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8B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Assessment Tool 3 — Technical Presentation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AEB8B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Course: CSA1501 | Cloud Computing and Big Data Analytics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B0C2FD-AB75-5999-9425-CC742C8746BD}"/>
              </a:ext>
            </a:extLst>
          </p:cNvPr>
          <p:cNvSpPr txBox="1"/>
          <p:nvPr/>
        </p:nvSpPr>
        <p:spPr>
          <a:xfrm>
            <a:off x="8902840" y="4712801"/>
            <a:ext cx="2833635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H.Harshavardhan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192511171</a:t>
            </a:r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905C92-CCCD-A375-E672-8C67E02541AD}"/>
              </a:ext>
            </a:extLst>
          </p:cNvPr>
          <p:cNvSpPr txBox="1"/>
          <p:nvPr/>
        </p:nvSpPr>
        <p:spPr>
          <a:xfrm>
            <a:off x="1065125" y="4874383"/>
            <a:ext cx="2497607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solidFill>
                  <a:schemeClr val="bg1"/>
                </a:solidFill>
              </a:rPr>
              <a:t>GUIDED BY:</a:t>
            </a:r>
          </a:p>
          <a:p>
            <a:r>
              <a:rPr lang="en-US" sz="2500" dirty="0">
                <a:solidFill>
                  <a:schemeClr val="bg1"/>
                </a:solidFill>
              </a:rPr>
              <a:t>DR.M.D.BOOMIJA</a:t>
            </a:r>
          </a:p>
          <a:p>
            <a:endParaRPr lang="en-IN" sz="2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E3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Presentation Objective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i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this session covers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6184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Define Serverless Computing &amp; FaaS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34440" y="20345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Understand the core concept and how it differs from traditional cloud hosting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670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34440" y="2606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Break down the architecture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34440" y="29443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See how events, functions, and managed services connect end-to-end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72160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3721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4440" y="3657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Explore industry relevance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34440" y="39959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enterprises are adopting FaaS for cost and agility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4773168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4773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34440" y="4709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Walk through a practical example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34440" y="50474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real deployment pattern using AWS Lambda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500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3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Is Serverless Computing?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868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Definition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cloud execution model where the provider dynamically allocates compute resources, and the developer writes only application logic — no servers to provision, patch, or scale manually.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3063240"/>
            <a:ext cx="4754880" cy="0"/>
          </a:xfrm>
          <a:prstGeom prst="line">
            <a:avLst/>
          </a:prstGeom>
          <a:noFill/>
          <a:ln w="12700">
            <a:solidFill>
              <a:srgbClr val="D8E6E4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Function-as-a-Service (FaaS)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dominant serverless model: code runs as short-lived, stateless functions triggered by events (HTTP requests, file uploads, queue messages, schedules).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68680" y="4709160"/>
            <a:ext cx="4754880" cy="0"/>
          </a:xfrm>
          <a:prstGeom prst="line">
            <a:avLst/>
          </a:prstGeom>
          <a:noFill/>
          <a:ln w="12700">
            <a:solidFill>
              <a:srgbClr val="D8E6E4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48463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Examples: AWS Lambda · Azure Functions · Google Cloud Functions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3796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Event-driven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37960" y="18288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AF6F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Functions execute only when triggered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63640" y="26060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37960" y="2697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Auto-scaling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37960" y="30632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AF6F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Instances scale to zero and back up automatically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63640" y="384048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37960" y="3931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Pay-per-execution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37960" y="4297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AF6F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Billed by invocation + execution time, not idle capacity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63640" y="50749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37960" y="5166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Stateless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37960" y="55321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AF6F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persistent local state between invocations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CSA15 — Cloud Computing and Big Data Analytics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Serverless / FaaS Architecture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Event-driven execution flow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3454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25420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Event Sources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CFE8E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HTTP API, file upload,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CFE8E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queue, schedule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154680" y="283464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474720" y="237744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3454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11880" y="25420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FaaS Platform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11880" y="30632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CFE8E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Trigger routing +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CFE8E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container provisioning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89320" y="283464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09360" y="237744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02C39A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46520" y="25420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2E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Function Execution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46520" y="30632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0B2E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Stateless code runs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0B2E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 an isolated instance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823960" y="283464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144000" y="237744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3454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281160" y="25420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Managed Services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281160" y="30632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CFE8E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Database, storage,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CFE8E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auth, messaging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43434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provider automatically scales the number of function instances with incoming events, then scales back to zero when idle — the developer never manages servers or capacity.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13454C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4400" y="51937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Cold Start vs Warm Start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4400" y="555955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AF6F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Cold start: first invocation initializes a new container (added latency).  Warm start: a recently-used instance is reused for near-instant execution.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CSA15 — Cloud Computing and Big Data Analytics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3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INDUSTRY RELEVANCE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enterprises are adopting FaaS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17320" y="175564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Lower Operational Cost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charges for idle compute — pay only for actual execution time and invocations.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040880" y="175564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Faster Time to Market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0" y="23317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Teams ship features without provisioning or managing infrastructure.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17320" y="385876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Built-in Scalability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7240" y="44348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Automatic scaling absorbs traffic spikes (e.g. flash sales, viral events).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72200" y="365760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0" y="38862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040880" y="385876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Reduced Ops Burden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44348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Provider handles patching, OS maintenance, and availability.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CSA15 — Cloud Computing and Big Data Analytics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3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Practical Example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Serverless image-processing pipeline on AWS Lambda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91540" y="2331720"/>
            <a:ext cx="0" cy="502920"/>
          </a:xfrm>
          <a:prstGeom prst="line">
            <a:avLst/>
          </a:prstGeom>
          <a:noFill/>
          <a:ln w="25400">
            <a:solidFill>
              <a:srgbClr val="C7D9D6"/>
            </a:solidFill>
            <a:prstDash val="dash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17320" y="18105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 Uploads Photo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Image saved to an S3 storage bucket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91540" y="3337560"/>
            <a:ext cx="0" cy="502920"/>
          </a:xfrm>
          <a:prstGeom prst="line">
            <a:avLst/>
          </a:prstGeom>
          <a:noFill/>
          <a:ln w="25400">
            <a:solidFill>
              <a:srgbClr val="C7D9D6"/>
            </a:solidFill>
            <a:prstDash val="dash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17320" y="28163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S3 Event Trigger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17320" y="315468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Upload automatically invokes a Lambda function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91540" y="4343400"/>
            <a:ext cx="0" cy="502920"/>
          </a:xfrm>
          <a:prstGeom prst="line">
            <a:avLst/>
          </a:prstGeom>
          <a:noFill/>
          <a:ln w="25400">
            <a:solidFill>
              <a:srgbClr val="C7D9D6"/>
            </a:solidFill>
            <a:prstDash val="dash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17320" y="38221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Lambda Function Runs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17320" y="416052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Resizes image, generates thumbnails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17320" y="48280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 Stored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17320" y="51663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Processed images saved back to S3 / served via CDN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5806440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0B2E33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Result: no servers provisioned, no idle cost, and automatic scaling for any upload volume.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CSA15 — Cloud Computing and Big Data Analytics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3200400" cy="27432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CONCLUSION &amp; KEY TAKEAWAY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560" y="150876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AF6F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Serverless computing shifts operational responsibility to the cloud provider — developers focus purely on business logic.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258775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237744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AF6F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FaaS is event-driven, auto-scaling, and billed per execution, making it cost-efficient for unpredictable or spiky workloads.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345643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51560" y="324612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AF6F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Industry adoption spans image processing, APIs, real-time data pipelines, and IoT event handling.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484632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Takeaway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534924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B2E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Serverless doesn't mean "no servers" — it means the server is no longer your problem.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CSA15 — Cloud Computing and Big Data Analytics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6B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5A1329-6CFB-685D-09D4-C6773EE5A2E6}"/>
              </a:ext>
            </a:extLst>
          </p:cNvPr>
          <p:cNvSpPr txBox="1"/>
          <p:nvPr/>
        </p:nvSpPr>
        <p:spPr>
          <a:xfrm>
            <a:off x="2575560" y="2613392"/>
            <a:ext cx="772730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410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612</Words>
  <Application>Microsoft Office PowerPoint</Application>
  <PresentationFormat>Widescreen</PresentationFormat>
  <Paragraphs>112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Chintha abhilash Reddy</cp:lastModifiedBy>
  <cp:revision>1</cp:revision>
  <dcterms:created xsi:type="dcterms:W3CDTF">2026-07-19T15:04:27Z</dcterms:created>
  <dcterms:modified xsi:type="dcterms:W3CDTF">2026-07-20T05:13:27Z</dcterms:modified>
</cp:coreProperties>
</file>